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CB6333-6E12-413E-BAD0-D492FFE4C7CF}">
  <a:tblStyle styleId="{DACB6333-6E12-413E-BAD0-D492FFE4C7C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b92392b85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b92392b85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b92392b8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b92392b85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b92392b85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b92392b85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b92392b85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b92392b85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b92392b85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b92392b85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b981257ee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b981257ee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hyperlink" Target="https://doi.org/10.34740/KAGGLE/DSV/1393130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101075" cy="11594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101475" y="210075"/>
            <a:ext cx="7571700" cy="397200"/>
          </a:xfrm>
          <a:prstGeom prst="rect">
            <a:avLst/>
          </a:prstGeom>
          <a:solidFill>
            <a:srgbClr val="00A1E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BRACT’S, Vishwakarma Institute of Information Technology, Pune-48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621375" y="971325"/>
            <a:ext cx="6341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Intelligent Crop Health Advisor with Disease Diagnosis &amp; Chatbot Integration</a:t>
            </a:r>
            <a:endParaRPr sz="59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57" name="Google Shape;57;p13"/>
          <p:cNvGraphicFramePr/>
          <p:nvPr/>
        </p:nvGraphicFramePr>
        <p:xfrm>
          <a:off x="1434250" y="2101025"/>
          <a:ext cx="7239000" cy="2026389"/>
        </p:xfrm>
        <a:graphic>
          <a:graphicData uri="http://schemas.openxmlformats.org/drawingml/2006/table">
            <a:tbl>
              <a:tblPr>
                <a:noFill/>
                <a:tableStyleId>{DACB6333-6E12-413E-BAD0-D492FFE4C7CF}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Roll No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PRN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6FA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Kedar Kolase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382013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22310297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Dattaraj Jadhav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382002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22310028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Anurag Mhaske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382003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22310033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Sairaj Magdum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382012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22310273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828950"/>
            <a:ext cx="1970700" cy="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57558"/>
              <a:buNone/>
            </a:pPr>
            <a:r>
              <a:rPr lang="en" sz="1720" b="1"/>
              <a:t>Dataset &amp; EDA</a:t>
            </a:r>
            <a:endParaRPr sz="1720" b="1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530500" y="1985925"/>
            <a:ext cx="4578600" cy="18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Sample Data 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Total Images: Approximately 1,000 images collected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field photography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Target Categories (3 classes):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 Root Disease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White Leaf Disease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Healthy/Normal Leaves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4" name="Google Shape;64;p14"/>
          <p:cNvGraphicFramePr/>
          <p:nvPr/>
        </p:nvGraphicFramePr>
        <p:xfrm>
          <a:off x="5108700" y="198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{DACB6333-6E12-413E-BAD0-D492FFE4C7CF}</a:tableStyleId>
              </a:tblPr>
              <a:tblGrid>
                <a:gridCol w="139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52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Red Rot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White Leaf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Normal Leaf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5250" y="1985925"/>
            <a:ext cx="1343426" cy="121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7923" y="1985925"/>
            <a:ext cx="1189877" cy="12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8700" y="1985925"/>
            <a:ext cx="1396550" cy="12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0"/>
            <a:ext cx="731418" cy="8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879975" y="104150"/>
            <a:ext cx="8036400" cy="397200"/>
          </a:xfrm>
          <a:prstGeom prst="rect">
            <a:avLst/>
          </a:prstGeom>
          <a:solidFill>
            <a:srgbClr val="00A1E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BRACT’S, Vishwakarma Institute of Information Technology, Pune-48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490600" y="1205925"/>
            <a:ext cx="84741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Source of Dataset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Primary Source: Collected from local sugarcane plantations (Custom dataset using field photography)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PlantVillage dataset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490600" y="3760675"/>
            <a:ext cx="5587200" cy="12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EDA Highlights:-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Dataset is moderately imbalanced across disease categories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Visible variations in texture, color spots, lesions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Preprocessing applied: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1.Image resizing  (224 × 224 pixels)    2.Noise reduction    3.Normalization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6077800" y="4141625"/>
            <a:ext cx="28869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64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Kaggle link - </a:t>
            </a:r>
            <a:r>
              <a:rPr lang="en" sz="864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7"/>
              </a:rPr>
              <a:t>https://doi.org/10.34740/KAGGLE/DSV/13931305</a:t>
            </a:r>
            <a:r>
              <a:rPr lang="en" sz="864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20400" cy="9298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866750" y="210075"/>
            <a:ext cx="7473600" cy="397200"/>
          </a:xfrm>
          <a:prstGeom prst="rect">
            <a:avLst/>
          </a:prstGeom>
          <a:solidFill>
            <a:srgbClr val="00A1E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BRACT’S, Vishwakarma Institute of Information Technology, Pune-48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820400" y="643725"/>
            <a:ext cx="32934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Architecture / Methodology</a:t>
            </a:r>
            <a:endParaRPr sz="1800"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137650" y="929800"/>
            <a:ext cx="5447700" cy="39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solidFill>
                  <a:schemeClr val="dk1"/>
                </a:solidFill>
              </a:rPr>
              <a:t>1. Data Preparation</a:t>
            </a:r>
            <a:endParaRPr sz="900" b="1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Collect sugarcane leaf images (Healthy, Red Rot, White Leaf).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Expert labeling for accuracy.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Resize &amp; normalize images (224×224).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Apply augmentation (rotate, flip, zoom, brightness).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solidFill>
                  <a:schemeClr val="dk1"/>
                </a:solidFill>
              </a:rPr>
              <a:t>2. Crop Identification Model</a:t>
            </a:r>
            <a:endParaRPr sz="900" b="1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MobileNetV2 with transfer learning (ImageNet).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Fine-tuned on crop datasets.Outputs: crop type + confidence.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solidFill>
                  <a:schemeClr val="dk1"/>
                </a:solidFill>
              </a:rPr>
              <a:t>3. Disease Detection Model</a:t>
            </a:r>
            <a:endParaRPr sz="900" b="1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ResNet50 for fine-grained leaf disease classification.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Trained on PlantVillage + custom images.</a:t>
            </a:r>
            <a:endParaRPr sz="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endParaRPr sz="500">
              <a:solidFill>
                <a:schemeClr val="dk2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137650" y="4232750"/>
            <a:ext cx="4151700" cy="10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 dirty="0">
                <a:solidFill>
                  <a:schemeClr val="dk1"/>
                </a:solidFill>
              </a:rPr>
              <a:t>5. Advice Generation (LLM)</a:t>
            </a:r>
            <a:endParaRPr sz="900" b="1" dirty="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 dirty="0">
                <a:solidFill>
                  <a:schemeClr val="dk1"/>
                </a:solidFill>
              </a:rPr>
              <a:t>Ollama fine-tuned on agricultural knowledge.</a:t>
            </a:r>
            <a:endParaRPr sz="900" dirty="0">
              <a:solidFill>
                <a:schemeClr val="dk1"/>
              </a:solidFill>
            </a:endParaRPr>
          </a:p>
          <a:p>
            <a:pPr marL="4572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" sz="900" dirty="0">
                <a:solidFill>
                  <a:schemeClr val="dk1"/>
                </a:solidFill>
              </a:rPr>
              <a:t>Generates treatment steps, prevention, and care plan</a:t>
            </a:r>
            <a:r>
              <a:rPr lang="en" sz="800" dirty="0">
                <a:solidFill>
                  <a:schemeClr val="dk1"/>
                </a:solidFill>
              </a:rPr>
              <a:t>s.</a:t>
            </a:r>
            <a:endParaRPr sz="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endParaRPr sz="700" dirty="0">
              <a:solidFill>
                <a:schemeClr val="dk1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137650" y="3550250"/>
            <a:ext cx="3119100" cy="6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</a:rPr>
              <a:t>4. Context Fusion</a:t>
            </a:r>
            <a:endParaRPr sz="900" b="1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Combine crop type + disease type + metadata.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Prepare structured input for LLM.</a:t>
            </a:r>
            <a:endParaRPr sz="2100">
              <a:solidFill>
                <a:schemeClr val="dk2"/>
              </a:solidFill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0950" y="607275"/>
            <a:ext cx="3138451" cy="415087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4" name="Google Shape;84;p15"/>
          <p:cNvSpPr txBox="1"/>
          <p:nvPr/>
        </p:nvSpPr>
        <p:spPr>
          <a:xfrm>
            <a:off x="6632600" y="4798250"/>
            <a:ext cx="18999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</a:rPr>
              <a:t>Architecture Diagram</a:t>
            </a:r>
            <a:endParaRPr sz="1000" b="1">
              <a:solidFill>
                <a:schemeClr val="dk2"/>
              </a:solidFill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6347100" y="1865725"/>
            <a:ext cx="820500" cy="14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5976275" y="3021825"/>
            <a:ext cx="443400" cy="14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7350500" y="2309275"/>
            <a:ext cx="865200" cy="94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7211250" y="3210950"/>
            <a:ext cx="669900" cy="145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36BC2A-0513-AC1C-CE1E-DA1919F75056}"/>
              </a:ext>
            </a:extLst>
          </p:cNvPr>
          <p:cNvSpPr/>
          <p:nvPr/>
        </p:nvSpPr>
        <p:spPr>
          <a:xfrm>
            <a:off x="6271652" y="3550250"/>
            <a:ext cx="721895" cy="39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DCF058-F8D2-60B2-441C-65A3F2707EFB}"/>
              </a:ext>
            </a:extLst>
          </p:cNvPr>
          <p:cNvSpPr txBox="1"/>
          <p:nvPr/>
        </p:nvSpPr>
        <p:spPr>
          <a:xfrm>
            <a:off x="6239225" y="3546902"/>
            <a:ext cx="7543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Ollama</a:t>
            </a:r>
          </a:p>
          <a:p>
            <a:r>
              <a:rPr lang="en-US" sz="800" dirty="0"/>
              <a:t>(Gemma3)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20400" cy="929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/>
        </p:nvSpPr>
        <p:spPr>
          <a:xfrm>
            <a:off x="866750" y="210075"/>
            <a:ext cx="7473600" cy="397200"/>
          </a:xfrm>
          <a:prstGeom prst="rect">
            <a:avLst/>
          </a:prstGeom>
          <a:solidFill>
            <a:srgbClr val="00A1E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BRACT’S, Vishwakarma Institute of Information Technology, Pune-48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343250" y="929800"/>
            <a:ext cx="8267700" cy="44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Key Innovations :</a:t>
            </a:r>
            <a:endParaRPr sz="18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1.Custom Sugarcane Disease Dataset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Built using real-field images → more realistic, India-specific, and directly applicable to farmers.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2.Hybrid AI System (Vision + NLP)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Combines CNN-based disease classification with a chatbot for step-by-step advisory.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3.Context-Aware Recommendations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Advice adapts based on detected disease, severity patterns, and commonly used local treatments.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Makes Our Solution Unique :</a:t>
            </a:r>
            <a:endParaRPr sz="18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1.Farmer-Friendly Workflow: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Simple 3-step process: Upload → Diagnose → Get Cure.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2.Practical &amp; Easy to Use: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Works with minimal input; suitable for low-resource rural environments.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3.Complete Plant Health Assistant: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Provides diagnosis, treatment steps, and prevention — not just predictions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20400" cy="92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866750" y="210075"/>
            <a:ext cx="7473600" cy="397200"/>
          </a:xfrm>
          <a:prstGeom prst="rect">
            <a:avLst/>
          </a:prstGeom>
          <a:solidFill>
            <a:srgbClr val="00A1E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BRACT’S, Vishwakarma Institute of Information Technology, Pune-48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435775" y="929800"/>
            <a:ext cx="7990500" cy="38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</a:rPr>
              <a:t>Conclusion</a:t>
            </a:r>
            <a:endParaRPr sz="1700" b="1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Built an intelligent crop advisory system that integrates CNN-based sugarcane disease detection with an NLP-driven chatbot.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System accurately identifies major sugarcane diseases and provides clear, actionable treatment and prevention guidance.</a:t>
            </a:r>
            <a:endParaRPr sz="13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Solution reduces farmers’ dependency on agricultural experts and helps prevent large-scale crop loss through timely diagnosis.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</a:rPr>
              <a:t>Future Enhancements</a:t>
            </a:r>
            <a:endParaRPr sz="1700" b="1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Integrating a multilingual voice assistant to support farmers in local regional languages.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Adding weather-based disease risk prediction to provide early warnings and preventive recommendations.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Deploying the system as a mobile application for wider accessibility and real-world field usage.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20400" cy="92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/>
          <p:nvPr/>
        </p:nvSpPr>
        <p:spPr>
          <a:xfrm>
            <a:off x="866750" y="210075"/>
            <a:ext cx="7473600" cy="397200"/>
          </a:xfrm>
          <a:prstGeom prst="rect">
            <a:avLst/>
          </a:prstGeom>
          <a:solidFill>
            <a:srgbClr val="00A1E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BRACT’S, Vishwakarma Institute of Information Technology, Pune-48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2131100" y="1600200"/>
            <a:ext cx="5169900" cy="20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3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Thank you !</a:t>
            </a:r>
            <a:endParaRPr sz="7300"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2225" y="607274"/>
            <a:ext cx="5574475" cy="446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</Words>
  <Application>Microsoft Office PowerPoint</Application>
  <PresentationFormat>On-screen Show (16:9)</PresentationFormat>
  <Paragraphs>87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Roboto</vt:lpstr>
      <vt:lpstr>Simple Light</vt:lpstr>
      <vt:lpstr>PowerPoint Presentation</vt:lpstr>
      <vt:lpstr>Dataset &amp; EDA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Sairaj Magdum</cp:lastModifiedBy>
  <cp:revision>1</cp:revision>
  <dcterms:modified xsi:type="dcterms:W3CDTF">2025-12-01T06:56:51Z</dcterms:modified>
</cp:coreProperties>
</file>